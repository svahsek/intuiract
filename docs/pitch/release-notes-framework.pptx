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sv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Release Notes Automation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Standards-first documentation, built for reliable release publishing</a:t>
            </a:r>
            <a:br/>
            <a:br/>
            <a:r>
              <a:rPr/>
              <a:t>intuiract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Release notes are often manual, inconsistent, and error-prone</a:t>
            </a:r>
          </a:p>
          <a:p>
            <a:pPr lvl="0"/>
            <a:r>
              <a:rPr/>
              <a:t>Teams lose time reconciling issues, PRs, commits, and QA evidence</a:t>
            </a:r>
          </a:p>
          <a:p>
            <a:pPr lvl="0"/>
            <a:r>
              <a:rPr/>
              <a:t>Output quality drops when docs are generated without validation</a:t>
            </a:r>
          </a:p>
          <a:p>
            <a:pPr lvl="0"/>
            <a:r>
              <a:rPr/>
              <a:t>We needed a governed automation path — not ad hoc markdown generation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Architecture Diagram</a:t>
            </a:r>
          </a:p>
        </p:txBody>
      </p:sp>
      <p:pic>
        <p:nvPicPr>
          <p:cNvPr descr="docs/pitch/diagram-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60600" y="1193800"/>
            <a:ext cx="4610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Release Notes Architecture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Pipeline</a:t>
            </a:r>
          </a:p>
        </p:txBody>
      </p:sp>
      <p:pic>
        <p:nvPicPr>
          <p:cNvPr descr="docs/pitch/diagram-pipeli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31900"/>
            <a:ext cx="8229600" cy="2794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Release Notes Pipeline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Reconciliation Logic</a:t>
            </a:r>
          </a:p>
        </p:txBody>
      </p:sp>
      <p:pic>
        <p:nvPicPr>
          <p:cNvPr descr="docs/pitch/diagram-reconcili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24000" y="1193800"/>
            <a:ext cx="6096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Release Notes Reconciliation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standards-driven framework for release documentation.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release-notes</a:t>
            </a:r>
            <a:r>
              <a:rPr/>
              <a:t> skill:</a:t>
            </a:r>
          </a:p>
          <a:p>
            <a:pPr lvl="0"/>
            <a:r>
              <a:rPr/>
              <a:t>Extracts evidence from GitHub</a:t>
            </a:r>
          </a:p>
          <a:p>
            <a:pPr lvl="0"/>
            <a:r>
              <a:rPr/>
              <a:t>Reconciles multiple conflicting sources</a:t>
            </a:r>
          </a:p>
          <a:p>
            <a:pPr lvl="0"/>
            <a:r>
              <a:rPr/>
              <a:t>Normalizes and scores each item</a:t>
            </a:r>
          </a:p>
          <a:p>
            <a:pPr lvl="0"/>
            <a:r>
              <a:rPr/>
              <a:t>Validates structured output against a schema</a:t>
            </a:r>
          </a:p>
          <a:p>
            <a:pPr lvl="0"/>
            <a:r>
              <a:rPr/>
              <a:t>Renders publication-ready Markdown only after passing all checks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Makes It Different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 just “git diff → doc.”</a:t>
            </a:r>
          </a:p>
          <a:p>
            <a:pPr lvl="0" indent="0" marL="0">
              <a:buNone/>
            </a:pPr>
            <a:r>
              <a:rPr/>
              <a:t>Built on:</a:t>
            </a:r>
          </a:p>
          <a:p>
            <a:pPr lvl="0"/>
            <a:r>
              <a:rPr>
                <a:latin typeface="Courier"/>
              </a:rPr>
              <a:t>standards/content-types.yaml</a:t>
            </a:r>
            <a:r>
              <a:rPr/>
              <a:t> — central registry</a:t>
            </a:r>
          </a:p>
          <a:p>
            <a:pPr lvl="0"/>
            <a:r>
              <a:rPr/>
              <a:t>Content type manifests — stable pointer files</a:t>
            </a:r>
          </a:p>
          <a:p>
            <a:pPr lvl="0"/>
            <a:r>
              <a:rPr/>
              <a:t>Canonical schema and rendering rules</a:t>
            </a:r>
          </a:p>
          <a:p>
            <a:pPr lvl="0"/>
            <a:r>
              <a:rPr/>
              <a:t>Validation rules — schema, policy, confidence</a:t>
            </a:r>
          </a:p>
          <a:p>
            <a:pPr lvl="0"/>
            <a:r>
              <a:rPr/>
              <a:t>Human-readable skill and process documentation</a:t>
            </a:r>
          </a:p>
          <a:p>
            <a:pPr lvl="0" indent="0" marL="0">
              <a:buNone/>
            </a:pPr>
            <a:r>
              <a:rPr/>
              <a:t>Outcome: </a:t>
            </a:r>
            <a:r>
              <a:rPr b="1"/>
              <a:t>deterministic, auditable, reusable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Registry-first discovery:</a:t>
            </a:r>
          </a:p>
          <a:p>
            <a:pPr lvl="0"/>
            <a:r>
              <a:rPr/>
              <a:t>Registry: </a:t>
            </a:r>
            <a:r>
              <a:rPr>
                <a:latin typeface="Courier"/>
              </a:rPr>
              <a:t>standards/content-types.yaml</a:t>
            </a:r>
          </a:p>
          <a:p>
            <a:pPr lvl="0"/>
            <a:r>
              <a:rPr/>
              <a:t>Manifest: </a:t>
            </a:r>
            <a:r>
              <a:rPr>
                <a:latin typeface="Courier"/>
              </a:rPr>
              <a:t>standards/content-types/release-notes.yaml</a:t>
            </a:r>
          </a:p>
          <a:p>
            <a:pPr lvl="0"/>
            <a:r>
              <a:rPr/>
              <a:t>Schema: </a:t>
            </a:r>
            <a:r>
              <a:rPr>
                <a:latin typeface="Courier"/>
              </a:rPr>
              <a:t>templates/release-notes/release-notes-schema.yaml</a:t>
            </a:r>
          </a:p>
          <a:p>
            <a:pPr lvl="0"/>
            <a:r>
              <a:rPr/>
              <a:t>Rendering: </a:t>
            </a:r>
            <a:r>
              <a:rPr>
                <a:latin typeface="Courier"/>
              </a:rPr>
              <a:t>templates/release-notes/release-notes-rendering.yaml</a:t>
            </a:r>
          </a:p>
          <a:p>
            <a:pPr lvl="0"/>
            <a:r>
              <a:rPr/>
              <a:t>Rules: </a:t>
            </a:r>
            <a:r>
              <a:rPr>
                <a:latin typeface="Courier"/>
              </a:rPr>
              <a:t>rules/release-notes/release-notes-rule.yaml</a:t>
            </a:r>
          </a:p>
          <a:p>
            <a:pPr lvl="0"/>
            <a:r>
              <a:rPr/>
              <a:t>Skill: </a:t>
            </a:r>
            <a:r>
              <a:rPr>
                <a:latin typeface="Courier"/>
              </a:rPr>
              <a:t>skills/release-notes/SKILL.md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Evidence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Five phases — no skipping, no merging:</a:t>
            </a:r>
          </a:p>
          <a:p>
            <a:pPr lvl="0" indent="-342900" marL="342900">
              <a:buAutoNum type="arabicPeriod"/>
            </a:pPr>
            <a:r>
              <a:rPr b="1"/>
              <a:t>Extraction</a:t>
            </a:r>
            <a:r>
              <a:rPr/>
              <a:t> — issues, PRs, commits, QA results, scans</a:t>
            </a:r>
          </a:p>
          <a:p>
            <a:pPr lvl="0" indent="-342900" marL="342900">
              <a:buAutoNum type="arabicPeriod"/>
            </a:pPr>
            <a:r>
              <a:rPr b="1"/>
              <a:t>Reconciliation</a:t>
            </a:r>
            <a:r>
              <a:rPr/>
              <a:t> — source precedence, conflict resolution, confidence scoring</a:t>
            </a:r>
          </a:p>
          <a:p>
            <a:pPr lvl="0" indent="-342900" marL="342900">
              <a:buAutoNum type="arabicPeriod"/>
            </a:pPr>
            <a:r>
              <a:rPr b="1"/>
              <a:t>Content Generation</a:t>
            </a:r>
            <a:r>
              <a:rPr/>
              <a:t> — map normalized evidence into release-notes schema</a:t>
            </a:r>
          </a:p>
          <a:p>
            <a:pPr lvl="0" indent="-342900" marL="342900">
              <a:buAutoNum type="arabicPeriod"/>
            </a:pPr>
            <a:r>
              <a:rPr b="1"/>
              <a:t>Validation</a:t>
            </a:r>
            <a:r>
              <a:rPr/>
              <a:t> — schema + policy + confidence gate</a:t>
            </a:r>
          </a:p>
          <a:p>
            <a:pPr lvl="0" indent="-342900" marL="342900">
              <a:buAutoNum type="arabicPeriod"/>
            </a:pPr>
            <a:r>
              <a:rPr b="1"/>
              <a:t>Rendering</a:t>
            </a:r>
            <a:r>
              <a:rPr/>
              <a:t> — Markdown output only after all checks pass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Governance and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Source precedence removes guesswork — every field has a deterministic authority chain</a:t>
            </a:r>
          </a:p>
          <a:p>
            <a:pPr lvl="0"/>
            <a:r>
              <a:rPr/>
              <a:t>Validation prevents bad releases from being published</a:t>
            </a:r>
          </a:p>
          <a:p>
            <a:pPr lvl="0"/>
            <a:r>
              <a:rPr/>
              <a:t>Confidence thresholds enable safe automation with minimal manual review</a:t>
            </a:r>
          </a:p>
          <a:p>
            <a:pPr lvl="0"/>
            <a:r>
              <a:rPr/>
              <a:t>Path conventions protect schema and rule references from breaking across repos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Benefits Delivered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Faster, more reliable release note assembly</a:t>
            </a:r>
          </a:p>
          <a:p>
            <a:pPr lvl="0"/>
            <a:r>
              <a:rPr/>
              <a:t>Consistent structure across every release</a:t>
            </a:r>
          </a:p>
          <a:p>
            <a:pPr lvl="0"/>
            <a:r>
              <a:rPr/>
              <a:t>Better audit trail — provenance recorded for each release item</a:t>
            </a:r>
          </a:p>
          <a:p>
            <a:pPr lvl="0"/>
            <a:r>
              <a:rPr/>
              <a:t>Single authoritative standard for all consumer repositories</a:t>
            </a:r>
          </a:p>
          <a:p>
            <a:pPr lvl="0"/>
            <a:r>
              <a:rPr/>
              <a:t>Easier onboarding for new products and content types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Matters for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Reduces release documentation risk</a:t>
            </a:r>
          </a:p>
          <a:p>
            <a:pPr lvl="0"/>
            <a:r>
              <a:rPr/>
              <a:t>Scales from one skill to many content types without rework</a:t>
            </a:r>
          </a:p>
          <a:p>
            <a:pPr lvl="0"/>
            <a:r>
              <a:rPr/>
              <a:t>Supports compliance and traceability requirements</a:t>
            </a:r>
          </a:p>
          <a:p>
            <a:pPr lvl="0"/>
            <a:r>
              <a:rPr/>
              <a:t>Lowers cost of documentation creation and review</a:t>
            </a:r>
          </a:p>
          <a:p>
            <a:pPr lvl="0"/>
            <a:r>
              <a:rPr/>
              <a:t>Positions us to offer a reusable, upgrade-safe documentation standard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Demo the </a:t>
            </a:r>
            <a:r>
              <a:rPr>
                <a:latin typeface="Courier"/>
              </a:rPr>
              <a:t>release-notes</a:t>
            </a:r>
            <a:r>
              <a:rPr/>
              <a:t> skill with a real release cycle</a:t>
            </a:r>
          </a:p>
          <a:p>
            <a:pPr lvl="0"/>
            <a:r>
              <a:rPr/>
              <a:t>Onboard one product team to the registry/manifest pattern</a:t>
            </a:r>
          </a:p>
          <a:p>
            <a:pPr lvl="0"/>
            <a:r>
              <a:rPr/>
              <a:t>Extend the framework to additional content types</a:t>
            </a:r>
          </a:p>
          <a:p>
            <a:pPr lvl="0"/>
            <a:r>
              <a:rPr/>
              <a:t>Track quality improvements and time saved</a:t>
            </a:r>
          </a:p>
          <a:p>
            <a:pPr lvl="0"/>
            <a:r>
              <a:rPr/>
              <a:t>Adopt as the standard release documentation process across all products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Course Correction — Closing the Execution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design is Tier 4. The execution is still Tier 2 — reconciliation logic lives in prose instructions where deterministic code should run. Three focused moves close that gap:</a:t>
            </a:r>
          </a:p>
          <a:p>
            <a:pPr lvl="0"/>
            <a:r>
              <a:rPr b="1"/>
              <a:t>Prompt caching</a:t>
            </a:r>
            <a:r>
              <a:rPr/>
              <a:t> — standards files are large and static; cache them once, cut token cost on every future run permanently</a:t>
            </a:r>
          </a:p>
          <a:p>
            <a:pPr lvl="0"/>
            <a:r>
              <a:rPr b="1"/>
              <a:t>Structured outputs</a:t>
            </a:r>
            <a:r>
              <a:rPr/>
              <a:t> — replace free-form YAML generation with schema-enforced structured output; catch violations at generation time, not after</a:t>
            </a:r>
          </a:p>
          <a:p>
            <a:pPr lvl="0"/>
            <a:r>
              <a:rPr b="1">
                <a:latin typeface="Courier"/>
              </a:rPr>
              <a:t>reconcile.py</a:t>
            </a:r>
            <a:r>
              <a:rPr/>
              <a:t> — move source-precedence application from LLM instruction to actual Python code; this is the single most important gap between design and reliable production behaviour</a:t>
            </a:r>
          </a:p>
          <a:p>
            <a:pPr lvl="0" indent="0" marL="0">
              <a:buNone/>
            </a:pPr>
            <a:r>
              <a:rPr/>
              <a:t>None of these change the architecture. All three make what is already designed actually trustworthy at scale.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Immediate 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Harden execution — prompt caching, structured outputs, </a:t>
                      </a:r>
                      <a:r>
                        <a:rPr>
                          <a:latin typeface="Courier"/>
                        </a:rPr>
                        <a:t>reconcile.py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Next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 reconciliation on a real repo with messy data — inconsistent labels, PRs without linked issues, missing milestones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Then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Package as GitHub Action — triggered on tag push, runs pipeline end-to-end with zero manual work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Later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MCP Server + multi-output pipeline — expose pipeline phases as callable tools; extend evidence model to generate features pages and API changelogs alongside release notes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Roadmap Diagram</a:t>
            </a:r>
          </a:p>
        </p:txBody>
      </p:sp>
      <p:pic>
        <p:nvPicPr>
          <p:cNvPr descr="docs/pitch/diagram-roadmap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38300" y="1193800"/>
            <a:ext cx="5854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Roadmap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Release Notes Automation Framework</dc:title>
  <dc:creator>intuiract</dc:creator>
  <cp:keywords/>
  <dcterms:created xsi:type="dcterms:W3CDTF">2026-06-15T10:40:31Z</dcterms:created>
  <dcterms:modified xsi:type="dcterms:W3CDTF">2026-06-15T10:40:31Z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</vt:lpwstr>
  </property>
  <property fmtid="{D5CDD505-2E9C-101B-9397-08002B2CF9AE}" pid="3" name="subtitle">
    <vt:lpwstr>Standards-first documentation, built for reliable release publishing</vt:lpwstr>
  </property>
</Properties>
</file>