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framework is not just “a skill that diffs git and writes docs.” It is a thoughtfully designed, standards-driven documentation automation platform with these core strengths:</a:t>
            </a:r>
          </a:p>
          <a:p>
            <a:pPr lvl="0"/>
            <a:r>
              <a:rPr b="1"/>
              <a:t>Centralized authority</a:t>
            </a:r>
            <a:r>
              <a:rPr/>
              <a:t>: We built a registry/manifest architecture so consumers discover content types and validation rules from a single source of truth instead of hardcoded file paths.</a:t>
            </a:r>
          </a:p>
          <a:p>
            <a:pPr lvl="0"/>
            <a:r>
              <a:rPr b="1"/>
              <a:t>Evidence-first release notes</a:t>
            </a:r>
            <a:r>
              <a:rPr/>
              <a:t>: The release-notes skill is grounded in normalized release evidence, not prompt-based fluff. It reconciles issues, PRs, commits, QA, and tags into a canonical </a:t>
            </a:r>
            <a:r>
              <a:rPr>
                <a:latin typeface="Courier"/>
              </a:rPr>
              <a:t>release-evidence.yaml</a:t>
            </a:r>
            <a:r>
              <a:rPr/>
              <a:t>.</a:t>
            </a:r>
          </a:p>
          <a:p>
            <a:pPr lvl="0"/>
            <a:r>
              <a:rPr b="1"/>
              <a:t>Field-level precedence and trust</a:t>
            </a:r>
            <a:r>
              <a:rPr/>
              <a:t>: We define explicit source precedence via </a:t>
            </a:r>
            <a:r>
              <a:rPr>
                <a:latin typeface="Courier"/>
              </a:rPr>
              <a:t>standards/source-precedence.yaml</a:t>
            </a:r>
            <a:r>
              <a:rPr/>
              <a:t>, so every field has a deterministic authority chain and provenance.</a:t>
            </a:r>
          </a:p>
          <a:p>
            <a:pPr lvl="0"/>
            <a:r>
              <a:rPr b="1"/>
              <a:t>Automated confidence scoring</a:t>
            </a:r>
            <a:r>
              <a:rPr/>
              <a:t>: Every evidence item is scored, so the system knows what can be auto-published and what must be manually reviewed.</a:t>
            </a:r>
          </a:p>
          <a:p>
            <a:pPr lvl="0"/>
            <a:r>
              <a:rPr b="1"/>
              <a:t>Validation-before-rendering</a:t>
            </a:r>
            <a:r>
              <a:rPr/>
              <a:t>: We enforce schema rules, policy rules, and content checks before generating Markdown, preventing broken or risky output.</a:t>
            </a:r>
          </a:p>
          <a:p>
            <a:pPr lvl="0"/>
            <a:r>
              <a:rPr b="1"/>
              <a:t>Reusable, composable content type model</a:t>
            </a:r>
            <a:r>
              <a:rPr/>
              <a:t>: The </a:t>
            </a:r>
            <a:r>
              <a:rPr>
                <a:latin typeface="Courier"/>
              </a:rPr>
              <a:t>release-notes</a:t>
            </a:r>
            <a:r>
              <a:rPr/>
              <a:t> skill is one example of a broader pattern; the same manifest/schema/rules/skill structure can be reused for features pages, overviews, API docs, and more.</a:t>
            </a:r>
          </a:p>
          <a:p>
            <a:pPr lvl="0"/>
            <a:r>
              <a:rPr b="1"/>
              <a:t>Consumer-safe adoption</a:t>
            </a:r>
            <a:r>
              <a:rPr/>
              <a:t>: A consumer repo can adopt the skill by fetching the manifest and entrypoints instead of copying standards — this makes upgrades safe and fast.</a:t>
            </a:r>
          </a:p>
          <a:p>
            <a:pPr lvl="0"/>
            <a:r>
              <a:rPr b="1"/>
              <a:t>Documentation governance</a:t>
            </a:r>
            <a:r>
              <a:rPr/>
              <a:t>: We built path conventions and architecture docs so standards authors and consumers stay aligned and avoid brittle internal references.</a:t>
            </a:r>
          </a:p>
          <a:p>
            <a:pPr lvl="0" indent="0" marL="0">
              <a:buNone/>
            </a:pPr>
            <a:r>
              <a:rPr/>
              <a:t>This is a management-ready narrative: we delivered a real documentation automation framework that is more than a “quick demo.” It is a disciplined, scalable system for safe, validated release documentation.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10-Slide Presentation Writeup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Title</a:t>
            </a:r>
          </a:p>
          <a:p>
            <a:pPr lvl="0"/>
            <a:r>
              <a:rPr/>
              <a:t>Title: “Release Notes Automation Framework”</a:t>
            </a:r>
          </a:p>
          <a:p>
            <a:pPr lvl="0"/>
            <a:r>
              <a:rPr/>
              <a:t>Subtitle: “Standards-first documentation, built for reliable release publishing”</a:t>
            </a:r>
          </a:p>
          <a:p>
            <a:pPr lvl="0"/>
            <a:r>
              <a:rPr/>
              <a:t>Footnote: </a:t>
            </a:r>
            <a:r>
              <a:rPr>
                <a:latin typeface="Courier"/>
              </a:rPr>
              <a:t>intuiract</a:t>
            </a:r>
            <a:r>
              <a:rPr/>
              <a:t> proof-of-concept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Problem Statement</a:t>
            </a:r>
          </a:p>
          <a:p>
            <a:pPr lvl="0"/>
            <a:r>
              <a:rPr/>
              <a:t>Release notes are often manual, inconsistent, and error-prone</a:t>
            </a:r>
          </a:p>
          <a:p>
            <a:pPr lvl="0"/>
            <a:r>
              <a:rPr/>
              <a:t>Teams lose time reconciling issues, PRs, commits, and QA evidence</a:t>
            </a:r>
          </a:p>
          <a:p>
            <a:pPr lvl="0"/>
            <a:r>
              <a:rPr/>
              <a:t>Output quality drops when docs are generated without validation</a:t>
            </a:r>
          </a:p>
          <a:p>
            <a:pPr lvl="0"/>
            <a:r>
              <a:rPr/>
              <a:t>We needed a governed automation path, not ad hoc markdown generation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Our Solution</a:t>
            </a:r>
          </a:p>
          <a:p>
            <a:pPr lvl="0"/>
            <a:r>
              <a:rPr/>
              <a:t>A standards-driven framework for release documentation</a:t>
            </a:r>
          </a:p>
          <a:p>
            <a:pPr lvl="0"/>
            <a:r>
              <a:rPr/>
              <a:t>Core capability: </a:t>
            </a:r>
            <a:r>
              <a:rPr>
                <a:latin typeface="Courier"/>
              </a:rPr>
              <a:t>release-notes</a:t>
            </a:r>
            <a:r>
              <a:rPr/>
              <a:t> skill that:</a:t>
            </a:r>
          </a:p>
          <a:p>
            <a:pPr lvl="1"/>
            <a:r>
              <a:rPr/>
              <a:t>extracts evidence</a:t>
            </a:r>
          </a:p>
          <a:p>
            <a:pPr lvl="1"/>
            <a:r>
              <a:rPr/>
              <a:t>reconciles multiple sources</a:t>
            </a:r>
          </a:p>
          <a:p>
            <a:pPr lvl="1"/>
            <a:r>
              <a:rPr/>
              <a:t>normalizes and scores items</a:t>
            </a:r>
          </a:p>
          <a:p>
            <a:pPr lvl="1"/>
            <a:r>
              <a:rPr/>
              <a:t>validates structured output</a:t>
            </a:r>
          </a:p>
          <a:p>
            <a:pPr lvl="1"/>
            <a:r>
              <a:rPr/>
              <a:t>renders publication-ready Markdown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4: What Makes It Different</a:t>
            </a:r>
          </a:p>
          <a:p>
            <a:pPr lvl="0"/>
            <a:r>
              <a:rPr/>
              <a:t>Not just “git diff → doc”</a:t>
            </a:r>
          </a:p>
          <a:p>
            <a:pPr lvl="0"/>
            <a:r>
              <a:rPr/>
              <a:t>Built on:</a:t>
            </a:r>
          </a:p>
          <a:p>
            <a:pPr lvl="1"/>
            <a:r>
              <a:rPr>
                <a:latin typeface="Courier"/>
              </a:rPr>
              <a:t>standards/content-types.yaml</a:t>
            </a:r>
          </a:p>
          <a:p>
            <a:pPr lvl="1"/>
            <a:r>
              <a:rPr/>
              <a:t>content type manifests</a:t>
            </a:r>
          </a:p>
          <a:p>
            <a:pPr lvl="1"/>
            <a:r>
              <a:rPr/>
              <a:t>canonical schema and rendering rules</a:t>
            </a:r>
          </a:p>
          <a:p>
            <a:pPr lvl="1"/>
            <a:r>
              <a:rPr/>
              <a:t>validation rules</a:t>
            </a:r>
          </a:p>
          <a:p>
            <a:pPr lvl="1"/>
            <a:r>
              <a:rPr/>
              <a:t>human-readable skill/process documentation</a:t>
            </a:r>
          </a:p>
          <a:p>
            <a:pPr lvl="0"/>
            <a:r>
              <a:rPr/>
              <a:t>Outcome: deterministic, auditable, reusable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5: Key Architecture</a:t>
            </a:r>
          </a:p>
          <a:p>
            <a:pPr lvl="0"/>
            <a:r>
              <a:rPr/>
              <a:t>Registry-first discovery: central </a:t>
            </a:r>
            <a:r>
              <a:rPr>
                <a:latin typeface="Courier"/>
              </a:rPr>
              <a:t>standards/content-types.yaml</a:t>
            </a:r>
          </a:p>
          <a:p>
            <a:pPr lvl="0"/>
            <a:r>
              <a:rPr/>
              <a:t>Manifest resolution: </a:t>
            </a:r>
            <a:r>
              <a:rPr>
                <a:latin typeface="Courier"/>
              </a:rPr>
              <a:t>standards/content-types/release-notes.yaml</a:t>
            </a:r>
          </a:p>
          <a:p>
            <a:pPr lvl="0"/>
            <a:r>
              <a:rPr/>
              <a:t>Canonical assets:</a:t>
            </a:r>
          </a:p>
          <a:p>
            <a:pPr lvl="1"/>
            <a:r>
              <a:rPr/>
              <a:t>schema: </a:t>
            </a:r>
            <a:r>
              <a:rPr>
                <a:latin typeface="Courier"/>
              </a:rPr>
              <a:t>templates/release-notes/release-notes-schema.yaml</a:t>
            </a:r>
          </a:p>
          <a:p>
            <a:pPr lvl="1"/>
            <a:r>
              <a:rPr/>
              <a:t>rendering: </a:t>
            </a:r>
            <a:r>
              <a:rPr>
                <a:latin typeface="Courier"/>
              </a:rPr>
              <a:t>templates/release-notes/release-notes-rendering.yaml</a:t>
            </a:r>
          </a:p>
          <a:p>
            <a:pPr lvl="1"/>
            <a:r>
              <a:rPr/>
              <a:t>rules: </a:t>
            </a:r>
            <a:r>
              <a:rPr>
                <a:latin typeface="Courier"/>
              </a:rPr>
              <a:t>rules/release-notes/release-notes-rule.yaml</a:t>
            </a:r>
          </a:p>
          <a:p>
            <a:pPr lvl="1"/>
            <a:r>
              <a:rPr/>
              <a:t>skill: </a:t>
            </a:r>
            <a:r>
              <a:rPr>
                <a:latin typeface="Courier"/>
              </a:rPr>
              <a:t>skills/release-notes/SKILL.md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6: Evidence Workflow</a:t>
            </a:r>
          </a:p>
          <a:p>
            <a:pPr lvl="0"/>
            <a:r>
              <a:rPr/>
              <a:t>Phase 1: Extraction</a:t>
            </a:r>
          </a:p>
          <a:p>
            <a:pPr lvl="1"/>
            <a:r>
              <a:rPr/>
              <a:t>issues, PRs, commits, QA results, scans</a:t>
            </a:r>
          </a:p>
          <a:p>
            <a:pPr lvl="0"/>
            <a:r>
              <a:rPr/>
              <a:t>Phase 2: Reconciliation</a:t>
            </a:r>
          </a:p>
          <a:p>
            <a:pPr lvl="1"/>
            <a:r>
              <a:rPr/>
              <a:t>source precedence</a:t>
            </a:r>
          </a:p>
          <a:p>
            <a:pPr lvl="1"/>
            <a:r>
              <a:rPr/>
              <a:t>conflict resolution</a:t>
            </a:r>
          </a:p>
          <a:p>
            <a:pPr lvl="1"/>
            <a:r>
              <a:rPr/>
              <a:t>confidence scoring</a:t>
            </a:r>
          </a:p>
          <a:p>
            <a:pPr lvl="0"/>
            <a:r>
              <a:rPr/>
              <a:t>Phase 3: Content generation</a:t>
            </a:r>
          </a:p>
          <a:p>
            <a:pPr lvl="1"/>
            <a:r>
              <a:rPr/>
              <a:t>map normalized evidence into release-notes schema</a:t>
            </a:r>
          </a:p>
          <a:p>
            <a:pPr lvl="0"/>
            <a:r>
              <a:rPr/>
              <a:t>Phase 4: Validation</a:t>
            </a:r>
          </a:p>
          <a:p>
            <a:pPr lvl="1"/>
            <a:r>
              <a:rPr/>
              <a:t>schema + policy + confidence gate</a:t>
            </a:r>
          </a:p>
          <a:p>
            <a:pPr lvl="0"/>
            <a:r>
              <a:rPr/>
              <a:t>Phase 5: Rendering</a:t>
            </a:r>
          </a:p>
          <a:p>
            <a:pPr lvl="1"/>
            <a:r>
              <a:rPr/>
              <a:t>Markdown output only after pass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7: Governance &amp; Safety</a:t>
            </a:r>
          </a:p>
          <a:p>
            <a:pPr lvl="0"/>
            <a:r>
              <a:rPr/>
              <a:t>Source precedence avoids guesswork</a:t>
            </a:r>
          </a:p>
          <a:p>
            <a:pPr lvl="0"/>
            <a:r>
              <a:rPr/>
              <a:t>Validation prevents bad releases</a:t>
            </a:r>
          </a:p>
          <a:p>
            <a:pPr lvl="0"/>
            <a:r>
              <a:rPr/>
              <a:t>Confidence thresholds enable safe automation</a:t>
            </a:r>
          </a:p>
          <a:p>
            <a:pPr lvl="0"/>
            <a:r>
              <a:rPr/>
              <a:t>Manual review only when needed</a:t>
            </a:r>
          </a:p>
          <a:p>
            <a:pPr lvl="0"/>
            <a:r>
              <a:rPr/>
              <a:t>Path conventions protect schema and rule references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8: Benefits Delivered</a:t>
            </a:r>
          </a:p>
          <a:p>
            <a:pPr lvl="0"/>
            <a:r>
              <a:rPr/>
              <a:t>Faster, more reliable release note assembly</a:t>
            </a:r>
          </a:p>
          <a:p>
            <a:pPr lvl="0"/>
            <a:r>
              <a:rPr/>
              <a:t>Consistent structure across releases</a:t>
            </a:r>
          </a:p>
          <a:p>
            <a:pPr lvl="0"/>
            <a:r>
              <a:rPr/>
              <a:t>Better audit trail for why each release item exists</a:t>
            </a:r>
          </a:p>
          <a:p>
            <a:pPr lvl="0"/>
            <a:r>
              <a:rPr/>
              <a:t>Single authoritative standard for consumer repos</a:t>
            </a:r>
          </a:p>
          <a:p>
            <a:pPr lvl="0"/>
            <a:r>
              <a:rPr/>
              <a:t>Easier onboarding for new products/content types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9: Why This Matters for Management</a:t>
            </a:r>
          </a:p>
          <a:p>
            <a:pPr lvl="0"/>
            <a:r>
              <a:rPr/>
              <a:t>Reduces release documentation risk</a:t>
            </a:r>
          </a:p>
          <a:p>
            <a:pPr lvl="0"/>
            <a:r>
              <a:rPr/>
              <a:t>Enables scaling from one skill to many content types</a:t>
            </a:r>
          </a:p>
          <a:p>
            <a:pPr lvl="0"/>
            <a:r>
              <a:rPr/>
              <a:t>Supports compliance and traceability</a:t>
            </a:r>
          </a:p>
          <a:p>
            <a:pPr lvl="0"/>
            <a:r>
              <a:rPr/>
              <a:t>Lowers cost of documentation creation and review</a:t>
            </a:r>
          </a:p>
          <a:p>
            <a:pPr lvl="0"/>
            <a:r>
              <a:rPr/>
              <a:t>Positions us to offer a reusable, upgrade-safe documentation standard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10: Next Steps</a:t>
            </a:r>
          </a:p>
          <a:p>
            <a:pPr lvl="0"/>
            <a:r>
              <a:rPr/>
              <a:t>Demo the </a:t>
            </a:r>
            <a:r>
              <a:rPr>
                <a:latin typeface="Courier"/>
              </a:rPr>
              <a:t>release-notes</a:t>
            </a:r>
            <a:r>
              <a:rPr/>
              <a:t> skill with a real release cycle</a:t>
            </a:r>
          </a:p>
          <a:p>
            <a:pPr lvl="0"/>
            <a:r>
              <a:rPr/>
              <a:t>Onboard one product team to the registry/manifest pattern</a:t>
            </a:r>
          </a:p>
          <a:p>
            <a:pPr lvl="0"/>
            <a:r>
              <a:rPr/>
              <a:t>Extend the framework to additional content types</a:t>
            </a:r>
          </a:p>
          <a:p>
            <a:pPr lvl="0"/>
            <a:r>
              <a:rPr/>
              <a:t>Track quality improvements and time saved</a:t>
            </a:r>
          </a:p>
          <a:p>
            <a:pPr lvl="0"/>
            <a:r>
              <a:rPr/>
              <a:t>Adopt the framework as the standard release documentation process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Demo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Show the </a:t>
            </a:r>
            <a:r>
              <a:rPr>
                <a:latin typeface="Courier"/>
              </a:rPr>
              <a:t>release-notes</a:t>
            </a:r>
            <a:r>
              <a:rPr/>
              <a:t> skill and its process from </a:t>
            </a:r>
            <a:r>
              <a:rPr>
                <a:latin typeface="Courier"/>
              </a:rPr>
              <a:t>skills/release-notes/SKILL.md</a:t>
            </a:r>
          </a:p>
          <a:p>
            <a:pPr lvl="0" indent="-342900" marL="342900">
              <a:buAutoNum type="arabicPeriod"/>
            </a:pPr>
            <a:r>
              <a:rPr/>
              <a:t>Explain how the manifest architecture keeps content paths stable</a:t>
            </a:r>
          </a:p>
          <a:p>
            <a:pPr lvl="0" indent="-342900" marL="342900">
              <a:buAutoNum type="arabicPeriod"/>
            </a:pPr>
            <a:r>
              <a:rPr/>
              <a:t>Show the evidence reconciliation logic and confidence scoring</a:t>
            </a:r>
          </a:p>
          <a:p>
            <a:pPr lvl="0" indent="-342900" marL="342900">
              <a:buAutoNum type="arabicPeriod"/>
            </a:pPr>
            <a:r>
              <a:rPr/>
              <a:t>Show that validation is required before rendering</a:t>
            </a:r>
          </a:p>
          <a:p>
            <a:pPr lvl="0" indent="-342900" marL="342900">
              <a:buAutoNum type="arabicPeriod"/>
            </a:pPr>
            <a:r>
              <a:rPr/>
              <a:t>Illustrate how a consumer repo can adopt the skill without copying standards</a:t>
            </a:r>
          </a:p>
          <a:p>
            <a:pPr lvl="0" indent="0" marL="1270000">
              <a:buNone/>
            </a:pPr>
            <a:r>
              <a:rPr sz="2000"/>
              <a:t>This pitch highlights that we are not selling a single tool; we are selling a standards-based documentation automation framework with strong governance, auditability, and extensibility.</a:t>
            </a:r>
          </a:p>
          <a:p>
            <a:pPr lvl="0" indent="0" marL="0">
              <a:buNone/>
            </a:pPr>
            <a:r>
              <a:rPr/>
              <a:t>If you want, I can also turn this into a polished slide deck outline with speaker notes for each slide.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2026-06-10T11:42:45Z</dcterms:created>
  <dcterms:modified xsi:type="dcterms:W3CDTF">2026-06-10T11:42:45Z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